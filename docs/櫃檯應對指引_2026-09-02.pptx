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櫃檯應對指引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360920" y="292608"/>
            <a:ext cx="1325880" cy="329184"/>
          </a:xfrm>
          <a:prstGeom prst="roundRect">
            <a:avLst>
              <a:gd name="adj" fmla="val 13889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60920" y="29260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2026-09-02 更新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768096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這一頁取代員工手冊裡「只有兌換碼就不核銷」那條規則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客人有兌換碼，但 LINE 裡找不到優惠券 —— 有兩種人，要分開處理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ECFDF5"/>
          </a:solidFill>
          <a:ln w="1524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37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 是真的中獎 —— 要受理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210312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怎麼認：獎品是「高雄洲際酒店」的
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明信片組 · 洲賀熊 · 旅行外幣收納錢包 ·
隨行瓶 · 餐飲抵用券 · 餐飲折扣
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9/2 上午系統異常，券沒送進客人的 LINE。
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獎品確實是他的，請受理並回報主管確認。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609344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EF2F2"/>
          </a:solidFill>
          <a:ln w="15240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737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🚫  專人聯繫類 —— 不核銷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64608" y="210312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怎麼認：只要看到這兩種就是
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獎品名稱有「臺北洲際酒店」
② 任何「住宿一晚」的獎項
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這類獎項本來就不發券，由該館同仁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主動聯繫安排。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請告知客人會有專人聯繫，並回報主管。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041648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4ECE7"/>
          </a:solidFill>
          <a:ln w="12700">
            <a:solidFill>
              <a:srgbClr val="935D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04164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一句話記住：</a:t>
            </a:r>
            <a:pPr indent="0" marL="0">
              <a:buNone/>
            </a:pPr>
            <a:r>
              <a:rPr lang="en-US" sz="12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看到「臺北」或「住宿」→ 不核銷，等專人聯繫。其餘高雄的實體小物與餐飲券 → 受理，回報主管。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櫃檯應對指引 · 內部使用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38160" y="47777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客人可能會問的其他問題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247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我抽到「銘謝惠顧」，是不是壞掉了？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 </a:t>
            </a:r>
            <a:pPr indent="0" marL="0">
              <a:buNone/>
            </a:pPr>
            <a:r>
              <a:rPr lang="en-US" sz="11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沒有壞掉。該等級的獎品已經全數送出了。您的洲遊幣沒有被扣除，可以改抽三等獎。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57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為什麼一等獎、二等獎都抽不到東西？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2350008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 </a:t>
            </a:r>
            <a:pPr indent="0" marL="0">
              <a:buNone/>
            </a:pPr>
            <a:r>
              <a:rPr lang="en-US" sz="11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這兩個等級的獎品已經全部送完。三等獎還有獎品，歡迎改抽三等獎。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16936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9008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為什麼現在抽不到「洲遊幣」了？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3282696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 </a:t>
            </a:r>
            <a:pPr indent="0" marL="0">
              <a:buNone/>
            </a:pPr>
            <a:r>
              <a:rPr lang="en-US" sz="11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活動調整過獎項配置，目前轉盤上的獎品以實體好禮為主。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49624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9227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我中了住宿獎，什麼時候會有人聯絡我？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4215384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 </a:t>
            </a:r>
            <a:pPr indent="0" marL="0">
              <a:buNone/>
            </a:pPr>
            <a:r>
              <a:rPr lang="en-US" sz="11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已收到您的資料，飯店同仁會主動與您聯繫安排。若超過一週未接到聯繫，我幫您回報。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55371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55371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 </a:t>
            </a:r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不要對客人透露中獎機率、剩餘數量，也不要自行承諾兌換方式或日期。無法判斷時一律回報主管。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櫃檯應對指引 · 內部使用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38160" y="47777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InterContinental Kaohsiung × Taipei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洲遊幣 Lite · 櫃檯應對指引</dc:title>
  <dc:subject>PptxGenJS Presentation</dc:subject>
  <dc:creator>Tony Chen</dc:creator>
  <cp:lastModifiedBy>Tony Chen</cp:lastModifiedBy>
  <cp:revision>1</cp:revision>
  <dcterms:created xsi:type="dcterms:W3CDTF">2026-09-04T03:19:25Z</dcterms:created>
  <dcterms:modified xsi:type="dcterms:W3CDTF">2026-09-04T03:19:25Z</dcterms:modified>
</cp:coreProperties>
</file>
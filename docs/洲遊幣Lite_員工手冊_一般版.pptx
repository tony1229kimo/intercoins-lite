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39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B892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N T E R C O N T I N E N T A 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員工手冊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櫃檯 · 餐廳外場 · 客服 · 行銷執行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4015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活動期間：2026 年 9 月 1 日 ～ 11 月 30 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3662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本手冊為內部教育訓練用途，請勿對外散布。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一、這是什麼活動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臺北／高雄洲際酒店合辦的中秋線上抽獎遊戲，在 LINE 裡玩。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員工手冊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客人做完指定任務可以拿到「洲遊幣」，投進轉盤抽獎。
</a:t>
            </a:r>
            <a:pPr indent="0" marL="0">
              <a:lnSpc>
                <a:spcPts val="2400"/>
              </a:lnSpc>
              <a:buNone/>
            </a:pPr>
            <a:r>
              <a:rPr lang="en-US" sz="13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獎品同時涵蓋兩家飯店。
</a:t>
            </a:r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給客人的活動連結：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2EDE9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https://liff.line.me/1656533531-r7GGrXqJ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29184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4ECE7"/>
          </a:solidFill>
          <a:ln w="9525">
            <a:solidFill>
              <a:srgbClr val="935D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346704"/>
            <a:ext cx="78089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</a:t>
            </a:r>
            <a:pPr indent="0" marL="0">
              <a:buNone/>
            </a:pPr>
            <a:r>
              <a:rPr lang="en-US" sz="115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LINE 訊息或 QR Code 點這個連結最順。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客人若說打不開，請他確認手機有安裝 LINE。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二、客人怎麼玩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員工手冊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7315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點活動連結，用 LINE 登入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必須先加「高雄洲際酒店」LINE 官方帳號好友，才能進遊戲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完成任務賺洲遊幣：追蹤兩館及「食遇」的 IG／FB、分享活動、填寫個人資料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投洲遊幣抽獎 —— 三等獎投 1 枚、二等獎投 3 枚、一等獎投 5 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中獎後依獎品所屬飯店，走不同的領獎方式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79476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4ECE7"/>
          </a:solidFill>
          <a:ln w="9525">
            <a:solidFill>
              <a:srgbClr val="935D0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" y="3849624"/>
            <a:ext cx="78089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❓  </a:t>
            </a:r>
            <a:pPr indent="0" marL="0">
              <a:buNone/>
            </a:pPr>
            <a:r>
              <a:rPr lang="en-US" sz="115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為什麼一定要加好友？因為中獎的優惠券是發送到客人的 LINE 聊天室，不是好友就送不出去。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三、⭐ 最重要：兩館的獎，領法不一樣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客人是在【同一個轉盤】抽獎，會抽到高雄的獎，也會抽到臺北的獎。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員工手冊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913632" cy="2240280"/>
          </a:xfrm>
          <a:prstGeom prst="roundRect">
            <a:avLst>
              <a:gd name="adj" fmla="val 3265"/>
            </a:avLst>
          </a:prstGeom>
          <a:solidFill>
            <a:srgbClr val="EFE7D6"/>
          </a:solidFill>
          <a:ln w="12700">
            <a:solidFill>
              <a:srgbClr val="7A5B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179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🟡 高雄洲際的獎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優惠券自動發送到客人的 LINE 聊天室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客人自己在 LINE 裡點「領取我的獎品」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每張券只能領一次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到店出示兌換碼，櫃檯核銷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27448" y="1371600"/>
            <a:ext cx="3913632" cy="2240280"/>
          </a:xfrm>
          <a:prstGeom prst="roundRect">
            <a:avLst>
              <a:gd name="adj" fmla="val 3265"/>
            </a:avLst>
          </a:prstGeom>
          <a:solidFill>
            <a:srgbClr val="E2E8EE"/>
          </a:solidFill>
          <a:ln w="12700">
            <a:solidFill>
              <a:srgbClr val="3753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5179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53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🔵 臺北洲際的獎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56048" y="1901952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不會發券，由臺北的同仁主動聯繫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畫面請客人留姓名／手機／Email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客人手上沒有券可以領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這是正常的，不是系統出錯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849624"/>
            <a:ext cx="78089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🚫  </a:t>
            </a:r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臺北的兌換碼，高雄櫃檯不能核銷。獎品名稱前會寫「臺北洲際酒店」，遇到請回報主管。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四、客人來櫃檯領獎（高雄）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員工手冊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935D0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399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請客人出示 LINE 裡的優惠券畫面與兌換碼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15568" y="165506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 IC-XXXX-XXXX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420624" cy="420624"/>
          </a:xfrm>
          <a:prstGeom prst="ellipse">
            <a:avLst/>
          </a:prstGeom>
          <a:solidFill>
            <a:srgbClr val="935D0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20848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確認獎品名稱是「高雄洲際酒店 ○○○」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15568" y="234086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臺北的不能在高雄核銷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420624" cy="420624"/>
          </a:xfrm>
          <a:prstGeom prst="ellipse">
            <a:avLst/>
          </a:prstGeom>
          <a:solidFill>
            <a:srgbClr val="935D0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889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27706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依券上的兌換規則辦理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15568" y="302666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部分獎品有消費門檻或指定地點／時段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420624" cy="420624"/>
          </a:xfrm>
          <a:prstGeom prst="ellipse">
            <a:avLst/>
          </a:prstGeom>
          <a:solidFill>
            <a:srgbClr val="935D0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74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5568" y="3456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核銷後交付獎品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2920" y="4224528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4279392"/>
            <a:ext cx="7808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 </a:t>
            </a:r>
            <a:pPr indent="0" marL="0">
              <a:buNone/>
            </a:pPr>
            <a:r>
              <a:rPr lang="en-US" sz="1150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無法確認時不要自行判斷，請聯繫主管查詢系統紀錄。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五、客人常問的問題 · 標準回答（1/2）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員工手冊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53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我沒收到優惠券？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173736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請您打開高雄洲際酒店的 LINE 對話往上找一下，優惠券是以訊息形式發送的。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如果真的找不到，我幫您回報，會有同仁協助處理。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87168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5694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券點了顯示「已使用過」？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285292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每張券只能領取一次。如果您確定沒有領過，我幫您回報查詢。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602736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6850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抽到臺北的獎，怎麼沒有券？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3232" y="3968496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臺北洲際的獎項是由臺北的同仁直接與您聯繫安排，所以不會發送優惠券。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只要您已留下聯絡資料，我們會盡快與您聯繫。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五、客人常問的問題 · 標準回答（2/2）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員工手冊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8138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3898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我還沒留聯絡資料，怎麼補？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16550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請再打開一次活動頁面，系統會自動提醒您填寫。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8138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585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為什麼抽到「銘謝惠顧」？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252374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該等級的獎品目前已全部送出。您的洲遊幣沒有被扣除，可以改抽其他等級。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8138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1272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可以指定獎品嗎？中獎率多少？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339242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抽獎結果由系統隨機產生，無法指定。詳細規則請參考活動頁面的『活動規則』。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8138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995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獎品可以換現金嗎？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426110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依活動規則，獎項不得折換現金、找零或轉讓。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六、⚠️ 不可以對客人說的事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說出去會引發爭議、甚至涉及法律責任。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員工手冊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2062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不要說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原因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各獎項的中獎機率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屬內部設定，公開會引發爭議與質疑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每個獎品還剩幾份／已發幾份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同上，也可能被人為衝量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後台系統的存在、網址或操作方式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內部管理系統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其他中獎者的姓名／電話／中獎內容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個人資料，涉及法律責任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對兌換方式、日期做個人承諾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一切以活動頁公告與券面規則為準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84048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3895344"/>
            <a:ext cx="7808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🙋  </a:t>
            </a:r>
            <a:pPr indent="0" marL="0">
              <a:buNone/>
            </a:pPr>
            <a:r>
              <a:rPr lang="en-US" sz="1150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遇到無法回答或客人情緒不佳的狀況，請轉給主管處理，不要自行承諾。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七、什麼狀況要往上回報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8321040" y="47594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594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員工手冊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客人說沒收到券，且在 LINE 對話中確實找不到
</a:t>
            </a:r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客人的兌換碼在系統查不到，或狀態異常
</a:t>
            </a:r>
            <a:pPr indent="0" marL="0">
              <a:lnSpc>
                <a:spcPts val="3000"/>
              </a:lnSpc>
              <a:buNone/>
            </a:pPr>
            <a:r>
              <a:rPr lang="en-US" sz="1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客人拿【臺北洲際】的兌換碼來高雄要求核銷
</a:t>
            </a:r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客人對中獎結果或活動規則提出申訴
</a:t>
            </a:r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同一位客人短時間內出現大量中獎紀錄（疑似異常）
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39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一頁速查卡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502920" cy="41148"/>
          </a:xfrm>
          <a:prstGeom prst="rect">
            <a:avLst/>
          </a:prstGeom>
          <a:solidFill>
            <a:srgbClr val="B8923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FE7D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8074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🟡 高雄的獎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券自動進客人 LINE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出示兌換碼 → 櫃檯核銷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12344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2E8EE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8074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53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🔵 臺北的獎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753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不發券，臺北同仁主動聯繫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753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客人沒有券是正常的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8094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🚫 絕不能說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3375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中獎機率 · 剩幾份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其他客人的資料 · 後台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28346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98094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🙋 不確定就轉單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3375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不要自行承諾兌換方式或日期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一切以活動頁公告為準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5034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活動期間 2026/09/01 – 11/30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InterContinental Kaohsiung × Taipei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洲遊幣 Lite 員工手冊</dc:title>
  <dc:subject>PptxGenJS Presentation</dc:subject>
  <dc:creator>Tony Chen</dc:creator>
  <cp:lastModifiedBy>Tony Chen</cp:lastModifiedBy>
  <cp:revision>1</cp:revision>
  <dcterms:created xsi:type="dcterms:W3CDTF">2026-09-01T04:43:49Z</dcterms:created>
  <dcterms:modified xsi:type="dcterms:W3CDTF">2026-09-01T04:43:49Z</dcterms:modified>
</cp:coreProperties>
</file>
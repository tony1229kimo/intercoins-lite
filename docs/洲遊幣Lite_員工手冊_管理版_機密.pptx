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097280"/>
            <a:ext cx="1965960" cy="384048"/>
          </a:xfrm>
          <a:prstGeom prst="roundRect">
            <a:avLst>
              <a:gd name="adj" fmla="val 14286"/>
            </a:avLst>
          </a:prstGeom>
          <a:solidFill>
            <a:srgbClr val="991B1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9728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 · 限授權人員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管理手冊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B8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Tony · 兩館行銷主管 · 獎品庫存負責人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3205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A0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含中獎機率、獎品庫存、後台入口、個資處理方式 —— 請勿轉發給一般同事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一、系統一頁看懂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客人玩的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https://liff.line.me/1656533531-r7GGrXqJ（在 LINE 內開）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後台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https://intercoins.ictaiwan.net/admin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資料存放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Zeabur（台北機房）Postgres —— 中獎紀錄、聯絡資訊、洲遊幣帳本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LINE 官方帳號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高雄洲際（@519pzkds）—— 加好友檢查與發券都走這個帳號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臺北洲際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是另一個 LINE 官方帳號，我們沒有推播權限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10896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領獎方式是【逐一獎項】設定，不是依館別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19856"/>
          <a:ext cx="8138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84048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claim_mode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適用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coupon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Omnichat 券推到客人 LINE，連結單次有效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高雄的 9 個獎項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contact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不發券，跳表單收聯絡資訊，由該館專人聯繫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臺北全部 6 個 ＋ 高雄的 2 項住宿大獎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4261104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512" y="4315968"/>
            <a:ext cx="78089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🔧  </a:t>
            </a:r>
            <a:pPr indent="0" marL="0">
              <a:buNone/>
            </a:pPr>
            <a:r>
              <a:rPr lang="en-US" sz="11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設定在 scripts/import-prizes.py 的 CONTACT_PRIZES。要改回發券把該 id 拿掉重跑匯入即可，程式不用改。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一之二、哪些獎項不發券、要專人聯繫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判斷的關鍵是【這個獎項的 claim_mode】，不是看哪一家飯店。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371600"/>
            <a:ext cx="3913632" cy="2286000"/>
          </a:xfrm>
          <a:prstGeom prst="roundRect">
            <a:avLst>
              <a:gd name="adj" fmla="val 3200"/>
            </a:avLst>
          </a:prstGeom>
          <a:solidFill>
            <a:srgbClr val="E2E8EE"/>
          </a:solidFill>
          <a:ln w="12700">
            <a:solidFill>
              <a:srgbClr val="3753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51790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53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 臺北洲際 —— 全部 6 項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1883664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原因：兌換細則尚未定案
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（Excel 細則欄全寫「待酒店開幕後公告」）
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加上臺北是另一個 OA，我們沒有它的推播權限，技術上也發不出券。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27448" y="1371600"/>
            <a:ext cx="3913632" cy="2286000"/>
          </a:xfrm>
          <a:prstGeom prst="roundRect">
            <a:avLst>
              <a:gd name="adj" fmla="val 3200"/>
            </a:avLst>
          </a:prstGeom>
          <a:solidFill>
            <a:srgbClr val="EFE7D6"/>
          </a:solidFill>
          <a:ln w="12700">
            <a:solidFill>
              <a:srgbClr val="7A5B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151790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 高雄洲際 —— 只有這 2 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56048" y="1883664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kh-5-1 港灣海景開放式套房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kh-5-2 豪華經典房
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（皆為住宿一晚・含雙人早餐）
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原因：要安排入住日期與房型，不是拿張券到櫃檯就能換。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84048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9525">
            <a:solidFill>
              <a:srgbClr val="065F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895344"/>
            <a:ext cx="78089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 </a:t>
            </a:r>
            <a:pPr indent="0" marL="0">
              <a:buNone/>
            </a:pPr>
            <a:r>
              <a:rPr lang="en-US" sz="115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高雄的其他 9 個獎項一律照常發 Omnichat 券。表單會依獎品所屬飯店顯示對應的標誌與名稱。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二、後台操作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個人帳號登入，不是共用密碼。每次調閱名單都會留稽核紀錄。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待聯繫名單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有「由誰聯繫」欄可依館別篩，各館認領自己的。篩「只看未填」的不用人工催 —— 客人下次開遊戲會自動再問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中獎名單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兩館共用一份，可依館別／類型篩。最實用是「實體獎・尚未領取」＝待辦清單。可下載 CSV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獎項與庫存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每個獎的實際機率、名額、已發出、剩餘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24612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上方六個數字只有兩個會變紅 —— 紅了就是有待辦：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" y="3566160"/>
            <a:ext cx="3913632" cy="777240"/>
          </a:xfrm>
          <a:prstGeom prst="roundRect">
            <a:avLst>
              <a:gd name="adj" fmla="val 7059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" y="3621024"/>
            <a:ext cx="3584448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  </a:t>
            </a:r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待聯繫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中了 contact 類獎項但還沒留資料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27448" y="3566160"/>
            <a:ext cx="3913632" cy="777240"/>
          </a:xfrm>
          <a:prstGeom prst="roundRect">
            <a:avLst>
              <a:gd name="adj" fmla="val 7059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92040" y="3621024"/>
            <a:ext cx="3584448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📨  </a:t>
            </a:r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推播失敗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券沒送進客人 LINE → 要補送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三、🔒 中獎機率（絕對不可外流）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兩館共用同一個轉盤，同等級的機率跨館一起分配到 100%。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3291840"/>
                <a:gridCol w="137160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館別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獎品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名額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機率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三等（投1）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明信片組 / 洲賀熊 / 旅行錢包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8%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隨行瓶 / 餐飲抵用券 NT$500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4%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楠竹玻璃永續隨行瓶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《洲遊幣》+1 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35D0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二等（投3）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餐飲 85 折 / 下午茶 / 氣泡飲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/ 5 / 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6% / 3% / 3%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二等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全日餐廳雙人午餐 / 氣泡茶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2%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二等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《洲遊幣》+3 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35D0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84%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一等（投5）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港灣套房 / 豪華經典房 / 餐飲 5 折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/ 4 / 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2%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雙人下午茶 / 高樓層套房 / 豪華經典房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/ 2 / 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 2%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高雄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《洲遊幣》+5 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35D0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88%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四、🔒 獎池容量 —— 上線前必須決策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325880"/>
            <a:ext cx="8138160" cy="54864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380744"/>
            <a:ext cx="780897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🚨  </a:t>
            </a:r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目前的獎池只夠約 31 位玩家玩完，全部獎品就發光了。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1993392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為什麼：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轉盤每抽必中，而「洲遊幣 +N」是全額退幣（等於免費再抽一次）
</a:t>
            </a:r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⇒ 客人手上的每一枚洲遊幣，最終都會換成一件實體獎
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實體獎總名額 132 份 ＝ 可吸收 248 枚洲遊幣；每人可賺 8 枚 → 248 ÷ 8 ≈ 31 人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17520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每人可賺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可支撐玩家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一等獎（投 5 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 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 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抽不到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 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枚（現況）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1B1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 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抽完還剩 3 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02920" y="431596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4370832"/>
            <a:ext cx="78089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⚖️  </a:t>
            </a:r>
            <a:pPr indent="0" marL="0">
              <a:buNone/>
            </a:pPr>
            <a:r>
              <a:rPr lang="en-US" sz="115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任務數是社群成長的槓桿，玩家數是獎品庫存的槓桿 —— 加任務反而會讓可服務人數變少。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四之二、可以怎麼調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A～C 只要改資料、不用改程式，也不用重新部署。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20040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做法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效果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A. 增加獎品名額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最直接。名額 ×3 → 約 93 人；×10 → 約 310 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要真的有庫存與預算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B. 加「銘謝惠顧」格並扣幣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讓幣可以消失，中獎率由行銷控制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不再是全獎盤，體驗要重新說明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C. 減少任務或降低幣值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每人幣數少 → 服務更多人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社群曝光變少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D. 維持現狀（小規模體驗）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不用改任何東西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31 人之後客人抽到的都是銘謝惠顧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749040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CFDF5"/>
          </a:solidFill>
          <a:ln w="9525">
            <a:solidFill>
              <a:srgbClr val="065F4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3803904"/>
            <a:ext cx="780897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🎡  </a:t>
            </a:r>
            <a:pPr indent="0" marL="0">
              <a:buNone/>
            </a:pPr>
            <a:r>
              <a:rPr lang="en-US" sz="115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目前發完後的行為：轉盤照轉、停在格線之間、跳「銘謝惠顧」，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65F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並且【不扣客人的洲遊幣】，明白告知可改抽其他等級。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五、🔒 個人資料與稽核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蒐集了什麼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姓名、手機、Email、LINE UserId、LINE 顯示名稱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存在哪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Zeabur Postgres（台北機房）。不在 GitHub、不在任何檔案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誰看得到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只有 ADMIN_USERS 名單內的人，且每次調閱都留紀錄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客人的同意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活動頁「個資告知事項」；兩館分別勾選，互不共享未授權資料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移除某人的存取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 ADMIN_USERS 拿掉他那組並重新部署，其他人不受影響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" y="3575304"/>
            <a:ext cx="780897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🚨  </a:t>
            </a:r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程式碼庫裡有 17 條 Omnichat 兌換連結，是 stateless 的 —— 任何人拿到就能直接領券。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程式碼庫必須永遠保持 private；懷疑外流請到 Omnichat 後台重新產生連結。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六、帳號管理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68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Zeabur → intercoins-lite 服務 → 環境變數 → ADMIN_USERS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8138160" cy="502920"/>
          </a:xfrm>
          <a:prstGeom prst="roundRect">
            <a:avLst>
              <a:gd name="adj" fmla="val 9091"/>
            </a:avLst>
          </a:prstGeom>
          <a:solidFill>
            <a:srgbClr val="F2EDE9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417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ADMIN_USERS=tony:密碼A,kh-mktg:密碼B,tpe-mktg:密碼C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210312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多組用【逗號】分隔，帳號密碼用【冒號】分隔
</a:t>
            </a:r>
            <a:pPr indent="0" marL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密碼裡不能有逗號或冒號
</a:t>
            </a:r>
            <a:pPr indent="0" marL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改完一定要按「重新部署」—— 容器只在啟動時讀環境變數
</a:t>
            </a:r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移除某個人：把他那組刪掉重新部署，其他人不受影響
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33756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驗證有沒有生效：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611880"/>
            <a:ext cx="8138160" cy="731520"/>
          </a:xfrm>
          <a:prstGeom prst="roundRect">
            <a:avLst>
              <a:gd name="adj" fmla="val 6250"/>
            </a:avLst>
          </a:prstGeom>
          <a:solidFill>
            <a:srgbClr val="F2EDE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6118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-s https://intercoins.ictaiwan.net/api/health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看 admin_users_configured 是不是等於你設的帳號數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七、狀況處理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669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處理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客人沒收到券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中獎名單搜姓名／兌換碼 → 「推播失敗」→ 補送；「券未領取」→ 請他在 LINE 對話往上找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客人說券已使用但堅稱沒領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 claim_used_at 時間。為防無限領取，每張券只能領一次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中獎者遲遲沒填聯絡資訊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不用人工催，系統會在他下次開遊戲時自動再問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某等級獎品發完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客人會抽到銘謝惠顧且不扣幣。要繼續發獎需增加名額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懷疑異常大量中獎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查同一 LINE UserId 的中獎筆數。洲遊幣每人上限 8 枚，正常不會異常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系統整體異常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93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打 /api/health?deep=1 看 db 與 LINE token 是否有效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八、上線前檢查清單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502920" cy="41148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10896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FEF2F2"/>
          </a:solidFill>
          <a:ln w="9525">
            <a:solidFill>
              <a:srgbClr val="991B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35240" y="31089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🔒 機密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21040" y="47594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47594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· 管理手冊 · 限授權人員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37160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用手機在 LINE 內完整玩一輪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抽到高雄的獎 → LINE 收到券 → 點領取 → 再點第二次要顯示「已使用過」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抽到臺北的獎 → 看不到領取連結、只跳聯絡表單 → 後台「待聯繫名單」查得到
</a:t>
            </a:r>
            <a:pPr indent="0" marL="0">
              <a:lnSpc>
                <a:spcPts val="26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抽到高雄的住宿大獎 → 同樣只跳表單，且表單顯示高雄洲際的標誌與名稱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刻意跳過表單 → 關掉重開遊戲 → 應該要再問一次，且飯店名稱正確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確認六個社群連結都連到正確的官方帳號
</a:t>
            </a:r>
            <a:pPr indent="0" marL="0">
              <a:lnSpc>
                <a:spcPts val="2600"/>
              </a:lnSpc>
              <a:buNone/>
            </a:pPr>
            <a:r>
              <a:rPr lang="en-US" sz="1250" b="1" dirty="0">
                <a:solidFill>
                  <a:srgbClr val="991B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行銷確認獎池容量要不要調整（第四節）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兩館櫃檯與客服都收到《員工手冊_一般版》
</a:t>
            </a:r>
            <a:pPr indent="0" marL="0">
              <a:lnSpc>
                <a:spcPts val="2600"/>
              </a:lnSpc>
              <a:buNone/>
            </a:pPr>
            <a:r>
              <a:rPr lang="en-US" sz="12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☐  ADMIN_USERS 已加入需要的人，且沒有多餘的人
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管理手冊（機密）</dc:title>
  <dc:subject>PptxGenJS Presentation</dc:subject>
  <dc:creator>Tony Chen</dc:creator>
  <cp:lastModifiedBy>Tony Chen</cp:lastModifiedBy>
  <cp:revision>1</cp:revision>
  <dcterms:created xsi:type="dcterms:W3CDTF">2026-09-01T06:33:40Z</dcterms:created>
  <dcterms:modified xsi:type="dcterms:W3CDTF">2026-09-01T06:33:40Z</dcterms:modified>
</cp:coreProperties>
</file>
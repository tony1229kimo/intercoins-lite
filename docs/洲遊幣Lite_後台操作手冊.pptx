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B892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N T E R C O N T I N E N T A 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後台操作手冊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給行銷、櫃檯與兩館負責獎品的同事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2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https://intercoins.ictaiwan.net/admin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3662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高雄洲際酒店 × 臺北洲際酒店　·　2026 年 9 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先搞懂這件事：兩館的獎，處理方式不一樣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客人是在【同一個轉盤】抽獎，會抽到高雄的獎，也會抽到臺北的獎。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320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後台操作手冊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913632" cy="2286000"/>
          </a:xfrm>
          <a:prstGeom prst="roundRect">
            <a:avLst>
              <a:gd name="adj" fmla="val 3200"/>
            </a:avLst>
          </a:prstGeom>
          <a:solidFill>
            <a:srgbClr val="EFE7D6"/>
          </a:solidFill>
          <a:ln w="12700">
            <a:solidFill>
              <a:srgbClr val="7A5B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361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高雄洲際的獎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客人中獎當下，優惠券就自動推到他的 LINE 聊天室。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客人自己點連結領取（只能領一次）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到店時出示兌換碼，櫃檯核銷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我們不用主動聯繫他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1371600"/>
            <a:ext cx="3913632" cy="2286000"/>
          </a:xfrm>
          <a:prstGeom prst="roundRect">
            <a:avLst>
              <a:gd name="adj" fmla="val 3200"/>
            </a:avLst>
          </a:prstGeom>
          <a:solidFill>
            <a:srgbClr val="E2E8EE"/>
          </a:solidFill>
          <a:ln w="12700">
            <a:solidFill>
              <a:srgbClr val="3753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5361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53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臺北洲際的獎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56048" y="1920240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兌換細則還沒定案，所以【不發券】。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中獎當下跳表單，請客人留聯絡方式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由臺北洲際的人主動聯繫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客人沒有券可以領，這是正常的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84048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895344"/>
            <a:ext cx="7808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🚫  </a:t>
            </a:r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臺北的兌換碼，高雄櫃檯不能核銷 —— 名單上的「館別」欄就是用來分辨的。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一、登入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https://intercoins.ictaiwan.net/admin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320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後台操作手冊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00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帳號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你的【個人帳號】，不是共用密碼。帳號不分大小寫，密碼區分大小寫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忘記密碼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找 Tony 重設。系統沒有「忘記密碼」功能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登入有效期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密碼不存在瀏覽器裡，關掉分頁就要重新登入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3026664"/>
            <a:ext cx="780897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 </a:t>
            </a:r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這裡有中獎者的姓名、手機、Email —— 屬於個人資料。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每一次調閱都會留下紀錄（誰、什麼時候、看了哪一份、從哪個 IP）。請勿轉傳帳號密碼。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二、登入後先看上方六個數字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只有兩個會變紅色 —— 紅了就代表有事情要處理。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320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後台操作手冊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卡片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意思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要不要處理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參加人數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進過遊戲的 LINE 帳號數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抽獎次數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總共轉了幾次盤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已發出洲遊幣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客人靠做任務賺到的總幣數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未使用洲遊幣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還在客人手上、還沒拿去抽的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91B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臺北待聯繫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中了臺北獎、但還沒留聯絡資訊的人數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91B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紅字＝有待辦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91B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推播失敗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券沒送進客人 LINE 的筆數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91B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紅字＝要補送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三、「臺北待聯繫」分頁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臺北洲際的人主要看這一頁。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320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後台操作手冊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先篩選「只看未填聯絡資訊」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這些人系統還在等他們填 —— 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不需要打電話催。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客人下次打開遊戲，系統會自動再問一次，直到填完為止。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已填的，就照名單主動聯繫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有姓名、手機、Email、方便聯繫時段。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聯繫時請客人出示【兌換碼】核對身分
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74904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4ECE7"/>
          </a:solidFill>
          <a:ln w="9525">
            <a:solidFill>
              <a:srgbClr val="935D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3803904"/>
            <a:ext cx="7808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</a:t>
            </a:r>
            <a:pPr indent="0" marL="0">
              <a:buNone/>
            </a:pPr>
            <a:r>
              <a:rPr lang="en-US" sz="120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臺北的獎沒有券可以領，客人問「為什麼沒收到券」是正常的 —— 請告訴他會有專人聯繫。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四、「中獎名單」分頁 —— 兩館互相核對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兩館共用同一份名單，因為客人是在同一個轉盤抽的。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320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後台操作手冊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852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篩選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什麼時候用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只看高雄 / 只看臺北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只想看自己家的獎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只看實體獎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排除「洲遊幣 +N」那種直接入帳的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35D0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實體獎・尚未領取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這就是你的待辦清單 —— 高雄看券還沒被領走的、臺北看聯絡資訊還沒填的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搜尋框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客人打電話來問時，用姓名 / 手機 / 兌換碼 / LINE 名稱直接查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70332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9525">
            <a:solidFill>
              <a:srgbClr val="065F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3758184"/>
            <a:ext cx="7808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⬇  </a:t>
            </a:r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「下載 CSV」會拿到更完整的欄位（推播錯誤原因、券領取時間、LINE UserId…），Excel 直接開得起來。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五、「狀態」欄怎麼看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六種顯示，只有一種需要你動手。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320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後台操作手冊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顯示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意思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要做什麼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券已領取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高雄的獎，客人已經點過領取連結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不用處理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券未領取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券已推到 LINE，客人還沒點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不用處理，等他自己領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91B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推播失敗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券沒送出去（客人封鎖了官方帳號等）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91B1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★ 要處理：找 Tony 補送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已留聯絡資訊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臺北的獎，客人填好了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臺北的人主動聯繫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待客人填寫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臺北的獎，客人還沒填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不用催，系統會自動再問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直接入帳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抽到「洲遊幣 +N」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D393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不用處理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六、櫃檯核銷流程（高雄）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客人拿兌換碼來的時候。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320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後台操作手冊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38912" cy="438912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3990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在搜尋框輸入兌換碼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6550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客人手機上的 IC-XXXX-XXXX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130552"/>
            <a:ext cx="438912" cy="438912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305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21122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核對「館別」欄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36829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必須是【高雄】才能核銷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43784"/>
            <a:ext cx="438912" cy="438912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437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28254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核對「獎品」欄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08152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跟客人說的獎品一致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57016"/>
            <a:ext cx="438912" cy="438912"/>
          </a:xfrm>
          <a:prstGeom prst="ellipse">
            <a:avLst/>
          </a:prstGeom>
          <a:solidFill>
            <a:srgbClr val="935D0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570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538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核銷、交付獎品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7947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34340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 w="9525">
            <a:solidFill>
              <a:srgbClr val="991B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4398264"/>
            <a:ext cx="7808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🚫  </a:t>
            </a:r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館別是【臺北】的兌換碼，高雄不能核銷 —— 請客人等臺北洲際的專人聯繫。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七、「獎項與庫存」分頁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看每個獎還剩幾份、實際中獎率多少。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320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後台操作手冊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每個獎品都有：實際中獎機率、名額、已發出、剩餘（附進度條）
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標題會顯示該等級是「開放中」還是「已全數發完」
</a:t>
            </a:r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機率是同一等級內【跨館一起】分配到 100%
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4ECE7"/>
          </a:solidFill>
          <a:ln w="9525">
            <a:solidFill>
              <a:srgbClr val="935D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706624"/>
            <a:ext cx="78089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🎡  </a:t>
            </a:r>
            <a:pPr indent="0" marL="0">
              <a:buNone/>
            </a:pPr>
            <a:r>
              <a:rPr lang="en-US" sz="120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某等級的獎全部發完後，客人抽到的會是「銘謝惠顧」，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而且【不會扣他的洲遊幣】—— 他可以改抽其他等級。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61188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ECFDF5"/>
          </a:solidFill>
          <a:ln w="9525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666744"/>
            <a:ext cx="78089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🔧  </a:t>
            </a:r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要調整機率或名額，找 Tony —— 可以直接改，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不用重新部署，改完立即生效。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八、客人常問的問題（1/2）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20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後台操作手冊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63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客人說沒收到券？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755648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先在中獎名單搜他的姓名或兌換碼。狀態是「推播失敗」→ 找 Tony 補送；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是「券未領取」→ 請他打開高雄洲際的 LINE 對話往上找那則訊息。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87168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78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券的連結點了說「已使用過」？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2871216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那張券只能領一次（防止無限領取）。如果他確定沒領過，找 Tony 查紀錄。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602736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6941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抽到臺北的獎，什麼時候會被聯繫？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3986784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他填完聯絡資訊後就會出現在「臺北待聯繫」，由臺北洲際的人主動聯繫。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臺北的獎沒有券可以領，這是正常的。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八、客人常問的問題（2/2）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7320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後台操作手冊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63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為什麼有人抽到「銘謝惠顧」？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755648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該等級的獎已經全部發完了。他的洲遊幣沒有被扣，可以改抽其他等級。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87168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78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客人的洲遊幣從哪裡來？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2871216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做任務，每項 +1 枚，共 8 項：追蹤高雄 IG/FB、臺北 IG/FB、食遇 IG/FB、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分享活動、填個人資料。每人上限 8 枚。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602736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6941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各等級要投幾枚？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3986784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一等獎 5 枚、二等獎 3 枚、三等獎 1 枚。抽到「洲遊幣 +N」等於退幣，可以再抽一次。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九、管理後台帳號（限 Tony）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22960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Zeabur → intercoins-lite 專案 → intercoins-lite 服務 → 環境變數 → ADMIN_USERS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21040" y="47320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7320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後台操作手冊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8138160" cy="548640"/>
          </a:xfrm>
          <a:prstGeom prst="roundRect">
            <a:avLst>
              <a:gd name="adj" fmla="val 8333"/>
            </a:avLst>
          </a:prstGeom>
          <a:solidFill>
            <a:srgbClr val="F2EDE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ADMIN_USERS=tony:密碼A,kh-mktg:密碼B,tpe-mktg:密碼C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多組用【逗號】分隔，帳號密碼用【冒號】分隔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密碼裡不能有逗號或冒號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改完一定要按「重新部署」—— 容器只在啟動時讀環境變數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移除某個人：把他那組刪掉重新部署，其他人不受影響
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驗證有沒有生效：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703320"/>
            <a:ext cx="8138160" cy="777240"/>
          </a:xfrm>
          <a:prstGeom prst="roundRect">
            <a:avLst>
              <a:gd name="adj" fmla="val 5882"/>
            </a:avLst>
          </a:prstGeom>
          <a:solidFill>
            <a:srgbClr val="F2EDE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 https://intercoins.ictaiwan.net/api/health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看 admin_users_configured 是不是等於你設的帳號數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92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一頁速查卡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502920" cy="41148"/>
          </a:xfrm>
          <a:prstGeom prst="rect">
            <a:avLst/>
          </a:prstGeom>
          <a:solidFill>
            <a:srgbClr val="B8923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FE7D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8074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高雄的獎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券自動推到客人 LINE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A5B1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客人自己領 → 櫃檯核銷兌換碼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12344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2E8E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8074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53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臺北的獎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753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不發券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753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客人留聯絡資訊 → 專人主動聯繫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8094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紅字 = 待辦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「臺北待聯繫」有人 → 去聯繫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「推播失敗」有數字 → 找 Tony 補送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28346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98094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客人打來問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3375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中獎名單搜「姓名 / 手機 / 兌換碼」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看「狀態」欄就知道怎麼回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4851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92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https://intercoins.ictaiwan.net/admin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InterContinental Kaohsiung × Taipei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洲遊幣 Lite 後台操作手冊</dc:title>
  <dc:subject>PptxGenJS Presentation</dc:subject>
  <dc:creator>Tony Chen</dc:creator>
  <cp:lastModifiedBy>Tony Chen</cp:lastModifiedBy>
  <cp:revision>1</cp:revision>
  <dcterms:created xsi:type="dcterms:W3CDTF">2026-09-01T04:20:02Z</dcterms:created>
  <dcterms:modified xsi:type="dcterms:W3CDTF">2026-09-01T04:20:02Z</dcterms:modified>
</cp:coreProperties>
</file>
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兩種領獎方式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只有兌換碼、沒有券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 / 何時回報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/ 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4、5 章是最容易搞錯的部分（領獎方式看獎品不看飯店；只有兌換碼有兩種人），請務必看完。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Sections 4 and 5 are the most commonly misunderstood — please read them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臺北洲際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高雄洲際「食遇」Instagram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分享活動給好友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🪙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每次抽獎都會扣洲遊幣，但一定會中獎 —— 最少也會拿到餐飲 85 折優惠。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Every spin costs coins, and every spin wins something — at minimum a 15% dining discount.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兩種領獎方式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看【客人手上有沒有優惠券】，不是看哪一家飯店。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matters is whether the guest has a coupon — not which hotel the prize is from.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  有優惠券（多數獎項）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 — most prizes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券在中獎當下自動進客人的 LINE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Delivered to their LINE chat automatically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客人自行點選領取（限一次）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Claimed by the guest, once only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 → 櫃檯核銷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→ redeem at counter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沒有券・專人聯繫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direct follow-up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臺北全部獎項 ＋ 高雄的兩項住宿大獎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Taipei prizes + two Kaohsiung room prizes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their contact details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該館同仁主動聯繫安排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That hotel's team contacts them directly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客人只有兌換碼、LINE 裡沒有優惠券 → 是專人聯繫的獎項，請勿核銷。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guest has only a code and no coupon in LINE, it is a follow-up prize — do not redeem.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四之二、哪些獎項要專人聯繫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Which Prizes Require Follow-Up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7EDF3"/>
          </a:solidFill>
          <a:ln w="12700">
            <a:solidFill>
              <a:srgbClr val="8FA9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全部獎項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— redemption terms not yet finalised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3EAD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只有這兩項住宿大獎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Only these two room prizes — the rest issue coupons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743200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港灣海景開放式套房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Harbour View Studio Suite — one night with breakfast for two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10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01568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豪華經典房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Deluxe Classic Room — one night with breakfast for two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4114800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🛏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住宿券要安排入住日期與房型，不是拿張券到櫃檯就能換，所以由飯店的人主動聯繫。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Room stays require arranging dates and room types, so the hotel contacts the guest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五、⭐ 只有兌換碼、沒有優惠券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but No Coupon　—　有兩種人，要分開處理 / Two different cases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5214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同樣是「只有兌換碼」，有的人是真的中獎，有的人要等專人聯繫。看獎品名稱就能分。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look the same. Tell them apart by the prize name.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E8F3EC"/>
          </a:solidFill>
          <a:ln w="15240">
            <a:solidFill>
              <a:srgbClr val="1F6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 是真的中獎 → 受理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genuine win — accept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323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獎品是「高雄洲際酒店」的實體小物或餐飲券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Kaohsiung merchandise or dining vouchers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系統曾經發生異常，券沒送進客人的 LINE。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獎品確實是他的 —— 請受理並回報主管確認。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700784"/>
            <a:ext cx="3931920" cy="2194560"/>
          </a:xfrm>
          <a:prstGeom prst="roundRect">
            <a:avLst>
              <a:gd name="adj" fmla="val 3333"/>
            </a:avLst>
          </a:prstGeom>
          <a:solidFill>
            <a:srgbClr val="FBEDED"/>
          </a:solidFill>
          <a:ln w="15240">
            <a:solidFill>
              <a:srgbClr val="9A3B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28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專人聯繫類 → 不核銷
</a:t>
            </a:r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 prize — do not redeem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919472" y="2340864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獎品名稱有「臺北洲際酒店」
② 任何「住宿一晚」的獎項
</a:t>
            </a:r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Any Taipei prize, or any room stay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這類獎項本來就不發券，由該館同仁主動聯繫。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請告知客人會有專人聯繫，並回報主管。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041648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087368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🔑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一句話：看到「臺北」或「住宿」→ 不核銷；其餘高雄的實體小物與餐飲券 → 受理，回報主管。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In short: Taipei or room stay → do not redeem. Other Kaohsiung items → accept and report to your supervisor.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沒有優惠券、只有兌換碼 → 先看獎品名稱再決定（見下一頁）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code with no coupon — check the prize name first (see next page)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臺北的獎、或任何住宿獎 → 一律不核銷。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prizes and any room-stay prize are never redeemed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七、常見問題與標準回答（1/3）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我中獎了，怎麼都沒有券？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prize,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住宿類與臺北的獎項由飯店同仁直接與您聯繫安排，所以不會發送優惠券。若是其他獎品卻沒收到券，我幫您回報，同仁會協助處理。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stays and Taipei prizes are arranged directly by our colleagues, so no coupon is issued. For any other prize, I'll report it and a colleague will assist.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七、常見問題與標準回答（2/3）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為什麼我一直抽到餐飲 85 折？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do I keep getting the 15% dining discount?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本活動每次抽獎都一定會中獎，餐飲 85 折是保底獎項，其他獎品則有名額限制，發完為止。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 something. The 15% dining discount is the guaranteed baseline; other prizes are limited and awarded while stocks last.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E8F3EC"/>
          </a:solidFill>
          <a:ln w="9525">
            <a:solidFill>
              <a:srgbClr val="1F6B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重點講「每抽必中，最少也有 85 折」—— 不要說「沒中獎」，現在沒有這種結果。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Emphasise that every spin wins something. There is no longer a "no prize" outcome.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七、常見問題與標準回答（3/3）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有優惠券　</a:t>
            </a:r>
            <a:pPr indent="0" marL="0"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只有兌換碼　</a:t>
            </a:r>
            <a:pPr indent="0" marL="0"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Only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臺北或住宿 → 不核銷，等聯繫
其餘高雄的獎 → 受理，回報主管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/ room stay → no. Others → accept &amp; report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每抽必中　</a:t>
            </a:r>
            <a:pPr indent="0" marL="0">
              <a:buNone/>
            </a:pP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Every Spin Wins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每次都扣洲遊幣，但一定中獎
最少也會拿到餐飲 85 折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Coins deducted, but every spin wins — min. 15% dining discount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pPr indent="0" marL="0">
              <a:buNone/>
            </a:pP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 · 其他客人的資料
不確定就轉給主管，不要自行承諾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 — escalate if unsure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Tony Chen</cp:lastModifiedBy>
  <cp:revision>1</cp:revision>
  <dcterms:created xsi:type="dcterms:W3CDTF">2026-09-04T04:17:28Z</dcterms:created>
  <dcterms:modified xsi:type="dcterms:W3CDTF">2026-09-04T04:17:28Z</dcterms:modified>
</cp:coreProperties>
</file>
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兩館的獎，領法不一樣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Hotels, Two Redemption Flows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什麼狀況要往上回報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章是本次最容易搞錯的部分，請務必看完。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 4 is the most commonly misunderstood part — please read it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臺北洲際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高雄洲際「食遇」Instagram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分享活動給好友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🎡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轉盤上同時有兩家飯店的獎品，客人抽到哪一家的獎是隨機的。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The wheel contains prizes from both hotels; which hotel a guest wins from is random.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兩館的獎，領法不一樣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Hotels, Two Redemption Flows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高雄洲際酒店的獎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 Prizes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901952"/>
            <a:ext cx="356616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優惠券自動發送到客人的 LINE 聊天室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coupon is delivered to the guest's LINE chat automatically.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客人自行在 LINE 中點選領取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The guest claims it themselves in LINE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每張券只能領取一次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Each coupon can only be claimed once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到店出示兌換碼，櫃檯核銷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at the counter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臺北洲際酒店的獎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 Prizes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19472" y="1901952"/>
            <a:ext cx="356616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不會發送優惠券，改由專人聯繫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is issued; a colleague follows up directly.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name, mobile and email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臺北洲際同仁主動聯繫安排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The Taipei team contacts them directly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客人手上沒有券，這是正常的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Having no coupon is expected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41648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87368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臺北洲際的兌換碼，高雄櫃檯無法核銷。獎品名稱前方會標示「臺北洲際酒店」。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redemption codes cannot be processed at Kaohsiung counters. Prize names are prefixed with the hotel name.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四之二、為什麼這樣設計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 the Flows Differ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因為臺北洲際酒店的兌換細則尚未公布，無法在客人中獎當下告知確切的兌換方式。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Taipei's redemption terms have not yet been finalised, so exact redemption details cannot be given at the moment of winning.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813816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 w="12700">
            <a:solidFill>
              <a:srgbClr val="1F6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31136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這樣的安排可以清楚區分兩館的中獎者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This cleanly separates winners from the two properties
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高雄的中獎者 → 走「券核銷」流程　　臺北的中獎者 → 走「名單聯繫」流程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Kaohsiung winners go through counter redemption; Taipei winners through direct follow-up.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兩邊不會混淆，也不會發生客人拿臺北的獎到高雄櫃檯、現場卻無從處理的情況。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70332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3749040"/>
            <a:ext cx="7845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ℹ️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客人若反映「抽到臺北的獎卻沒收到券」，這是正常的，並非系統異常，可安心向客人說明。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 guest says they won a Taipei prize but received no coupon, this is expected behaviour — not a system error. You can reassure them with confidence.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確認獎品名稱是「高雄洲際酒店 ○○○」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Confirm the prize is prefixed with InterContinental Kaohsiung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獎品名稱是「臺北洲際酒店」→ 不核銷。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prize is a Taipei one, do not redeem. Tell the guest a colleague will contact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六、常見問題與標準回答（1/3）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我抽到臺北洲際的獎，怎麼都沒有券？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Taipei prize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臺北洲際的獎項由臺北的同仁直接與您聯繫安排，所以不會發送優惠券。只要您已留下聯絡資料，我們會盡快與您聯繫。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prizes are arranged directly by our Taipei colleagues, so no coupon is issued. We'll be in touch shortly.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六、常見問題與標準回答（2/3）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為什麼我抽到「銘謝惠顧」？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did I get "no prize this time"?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該等級的獎品目前已全部送出。您的洲遊幣沒有被扣除，可以改抽其他等級。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at that tier have been given out. Your InterCoins were not deducted — you're welcome to try another tier.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E8F3EC"/>
          </a:solidFill>
          <a:ln w="9525">
            <a:solidFill>
              <a:srgbClr val="1F6B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「洲遊幣沒有被扣除」這句一定要講 —— 客人最在意的是有沒有白花。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Always mention that no coins were deducted — that is the guest's main concern.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六、常見問題與標準回答（3/3）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高雄的獎　</a:t>
            </a:r>
            <a:pPr indent="0" marL="0"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Kaohsiung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　</a:t>
            </a:r>
            <a:pPr indent="0" marL="0"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不發券，臺北同仁主動聯繫
客人沒有券是正常的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Taipei team follows up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pPr indent="0" marL="0">
              <a:buNone/>
            </a:pP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
其他客人的資料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不確定就轉單　</a:t>
            </a:r>
            <a:pPr indent="0" marL="0">
              <a:buNone/>
            </a:pP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Unsure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不要自行承諾兌換方式或日期
一切以活動頁公告為準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Escalate — never promise terms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Tony Chen</cp:lastModifiedBy>
  <cp:revision>1</cp:revision>
  <dcterms:created xsi:type="dcterms:W3CDTF">2026-09-01T05:13:28Z</dcterms:created>
  <dcterms:modified xsi:type="dcterms:W3CDTF">2026-09-01T05:13:28Z</dcterms:modified>
</cp:coreProperties>
</file>
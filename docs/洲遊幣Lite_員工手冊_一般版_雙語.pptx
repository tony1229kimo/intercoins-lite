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972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 N T E R C O N T I N E N T A 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44475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22960" y="215798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" y="2615184"/>
            <a:ext cx="457200" cy="32004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43200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員工手冊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Staff Guide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54787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 · 餐廳外場 · 客服 · 行銷執行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Front Desk · F&amp;B Service · Guest Relations · Marketing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3936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784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活動概要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784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客人怎麼參加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784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784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784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兩種領獎方式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784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091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932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只有兌換碼、沒有券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932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but No Coupon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932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櫃檯核銷步驟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932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932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常見問題與標準回答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0932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0932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不可以對客人說的事 / 何時回報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932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 / When to Escalate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" y="4389120"/>
            <a:ext cx="7845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📖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4、5 章是最容易搞錯的部分（領獎方式看獎品不看飯店；只有兌換碼有兩種人），請務必看完。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Sections 4 and 5 are the most commonly misunderstood — please read them carefully.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一、活動概要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「洲遊幣 Lite」是臺北洲際酒店與高雄洲際酒店合辦的中秋線上抽獎遊戲。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 is a Mid-Autumn online prize game jointly run by InterContinental Taipei and InterContinental Kaohsiung.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Campaign Period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9 月 1 日 – 11 月 30 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Sep – 30 Nov 2026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73552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56432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📱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456432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在哪裡玩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56432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56432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LINE 中進行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56432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Played entirely within LINE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44184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27064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🎁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227064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獎品來源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227064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Prizes From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27064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兩家飯店的獎品同時在一個轉盤裡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27064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Both hotels share one prize wheel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" y="397764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🥮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客人是掃描月餅禮盒內附的 QR Code 進入活動。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Guests enter by scanning the QR code included in the mooncake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二、客人怎麼參加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98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掃描月餅禮盒內附的 QR Code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54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Scan the QR code inside the mooncake gift box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9385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LINE 帳號登入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945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 in with their LINE account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5786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加入「高雄洲際酒店」LINE 官方帳號好友（必要）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8346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 InterContinental Kaohsiung's LINE Official Account as a friend (required)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186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進入遊戲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4747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 the game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為什麼一定要加好友？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Because prize coupons are delivered to the guest's LINE chat — without the friendship, they cannot be sent.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🙅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請勿私下轉發活動連結給客人。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Please do not forward the campaign link — always direct guests to the QR code in the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三、客人怎麼玩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完成任務 → 獲得洲遊幣 → 投幣抽獎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tasks → Earn InterCoins → Spend them to spin the wheel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可以做的任務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Available Tasks　（每項 +1 洲遊幣 / +1 coin each）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432304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臺北洲際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高雄洲際「食遇」Instagram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分享活動給好友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填寫個人資料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投幣抽獎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Spending Coins on the Wheel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919472" y="2468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Third Prize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86600" y="24871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5" name="Text 13"/>
          <p:cNvSpPr/>
          <p:nvPr/>
        </p:nvSpPr>
        <p:spPr>
          <a:xfrm>
            <a:off x="70866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1 枚 / 1 coin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919472" y="2926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Second Prize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86600" y="29443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8" name="Text 16"/>
          <p:cNvSpPr/>
          <p:nvPr/>
        </p:nvSpPr>
        <p:spPr>
          <a:xfrm>
            <a:off x="7086600" y="2944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3 枚 / 3 coins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19472" y="3383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First Prize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086600" y="34015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21" name="Text 19"/>
          <p:cNvSpPr/>
          <p:nvPr/>
        </p:nvSpPr>
        <p:spPr>
          <a:xfrm>
            <a:off x="7086600" y="34015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5 枚 / 5 coins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🪙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每次抽獎都會扣洲遊幣，但一定會中獎 —— 最少也會拿到餐飲 85 折優惠。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Every spin costs coins, and every spin wins something — at minimum a 15% dining discount.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四、⭐ 兩種領獎方式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　—　最重要的一頁 / The most important page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看【客人手上有沒有優惠券】，不是看哪一家飯店。
</a:t>
            </a:r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matters is whether the guest has a coupon — not which hotel the prize is from.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3EADA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  有優惠券（多數獎項）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 — most prizes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323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券在中獎當下自動進客人的 LINE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Delivered to their LINE chat automatically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客人自行點選領取（限一次）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Claimed by the guest, once only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到店出示兌換碼 → 櫃檯核銷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Present the code → redeem at counter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E7EDF3"/>
          </a:solidFill>
          <a:ln w="15875">
            <a:solidFill>
              <a:srgbClr val="8FA9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  沒有券・專人聯繫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 Coupon — direct follow-up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1947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臺北全部獎項 ＋ 高雄的兩項住宿大獎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Taipei prizes + two Kaohsiung room prizes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畫面請客人留姓名／手機／Email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Guest submits their contact details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該館同仁主動聯繫安排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That hotel's team contacts them directly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客人只有兌換碼、LINE 裡沒有優惠券 → 是專人聯繫的獎項，請勿核銷。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the guest has only a code and no coupon in LINE, it is a follow-up prize — do not redeem.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四之二、哪些獎項要專人聯繫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Which Prizes Require Follow-Up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7EDF3"/>
          </a:solidFill>
          <a:ln w="12700">
            <a:solidFill>
              <a:srgbClr val="8FA9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🔵  臺北洲際酒店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Taipei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全部獎項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prizes — redemption terms not yet finalised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3EADA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🟡  高雄洲際酒店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Kaohsiung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只有這兩項住宿大獎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Only these two room prizes — the rest issue coupons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69748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75234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743200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港灣海景開放式套房 住宿一晚（含雙人早餐）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Harbour View Studio Suite — one night with breakfast for two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35584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1071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401568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豪華經典房 住宿一晚（含雙人早餐）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Deluxe Classic Room — one night with breakfast for two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6908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" y="4114800"/>
            <a:ext cx="78455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🛏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住宿券要安排入住日期與房型，不是拿張券到櫃檯就能換，所以由飯店的人主動聯繫。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Room stays require arranging dates and room types, so the hotel contacts the guest directly.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五、⭐ 只有兌換碼、沒有優惠券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but No Coupon　—　有兩種人，要分開處理 / Two different cases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152144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同樣是「只有兌換碼」，有的人是真的中獎，有的人要等專人聯繫。看獎品名稱就能分。
</a:t>
            </a:r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Both look the same. Tell them apart by the prize name.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700784"/>
            <a:ext cx="3931920" cy="2194560"/>
          </a:xfrm>
          <a:prstGeom prst="roundRect">
            <a:avLst>
              <a:gd name="adj" fmla="val 3333"/>
            </a:avLst>
          </a:prstGeom>
          <a:solidFill>
            <a:srgbClr val="E8F3EC"/>
          </a:solidFill>
          <a:ln w="15240">
            <a:solidFill>
              <a:srgbClr val="1F6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28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 是真的中獎 → 受理
</a:t>
            </a:r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genuine win — accept it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3232" y="2340864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獎品是「高雄洲際酒店」的實體小物或餐飲券
</a:t>
            </a:r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Kaohsiung merchandise or dining vouchers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系統曾經發生異常，券沒送進客人的 LINE。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獎品確實是他的 —— 請受理並回報主管確認。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700784"/>
            <a:ext cx="3931920" cy="2194560"/>
          </a:xfrm>
          <a:prstGeom prst="roundRect">
            <a:avLst>
              <a:gd name="adj" fmla="val 3333"/>
            </a:avLst>
          </a:prstGeom>
          <a:solidFill>
            <a:srgbClr val="FBEDED"/>
          </a:solidFill>
          <a:ln w="15240">
            <a:solidFill>
              <a:srgbClr val="9A3B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828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專人聯繫類 → 不核銷
</a:t>
            </a:r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Follow-up prize — do not redeem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919472" y="2340864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獎品名稱有「臺北洲際酒店」
② 任何「住宿一晚」的獎項
</a:t>
            </a:r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Any Taipei prize, or any room stay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這類獎項本來就不發券，由該館同仁主動聯繫。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請告知客人會有專人聯繫，並回報主管。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4041648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4087368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🔑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一句話：看到「臺北」或「住宿」→ 不核銷；其餘高雄的實體小物與餐飲券 → 受理，回報主管。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In short: Taipei or room stay → do not redeem. Other Kaohsiung items → accept and report to your supervisor.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六、櫃檯核銷步驟（高雄）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 (Kaohsiung)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527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請客人出示 LINE 中的優惠券畫面與兌換碼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087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Ask the guest to show the coupon in LINE, along with the redemption code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8470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沒有優惠券、只有兌換碼 → 先看獎品名稱再決定（見下一頁）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031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code with no coupon — check the prize name first (see next page)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441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依券面規則辦理（部分獎品有消費門檻或指定地點／時段）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697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 the terms shown on the coupon — some prizes have a minimum spend, venue or time window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0358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核銷後交付獎品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2918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redemption and hand over the prize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🤔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無法確認時，不要自行判斷。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anything is unclear, do not decide on your own — contact your supervisor to check the record.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臺北的獎、或任何住宿獎 → 一律不核銷。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Taipei prizes and any room-stay prize are never redeemed at the counter.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七、常見問題與標準回答（1/3）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(1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8138160" cy="1243584"/>
          </a:xfrm>
          <a:prstGeom prst="roundRect">
            <a:avLst>
              <a:gd name="adj" fmla="val 4412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我沒有收到優惠券？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didn't receive my coupon.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682496"/>
            <a:ext cx="7772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請打開高雄洲際酒店的 LINE 對話往上找，優惠券是以訊息形式發送的。若真的找不到，我幫您回報，會有同仁協助處理。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scroll up in your LINE chat with InterContinental Kaohsiung — the coupon is sent as a message. If you still can't find it, I'll report it for assistance.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1024128"/>
          </a:xfrm>
          <a:prstGeom prst="roundRect">
            <a:avLst>
              <a:gd name="adj" fmla="val 5357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2374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券的連結點了，顯示「已使用過」？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coupon link says it has already been used.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175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每張券只能領取一次。如果您確定沒有領過，我幫您回報查詢。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Each coupon can only be claimed once. If you're sure you haven't claimed it, I'll report it for verification.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8138160" cy="1078992"/>
          </a:xfrm>
          <a:prstGeom prst="roundRect">
            <a:avLst>
              <a:gd name="adj" fmla="val 508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63931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我中獎了，怎麼都沒有券？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won a prize, but there's no coupon.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133088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住宿類與臺北的獎項由飯店同仁直接與您聯繫安排，所以不會發送優惠券。若是其他獎品卻沒收到券，我幫您回報，同仁會協助處理。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 stays and Taipei prizes are arranged directly by our colleagues, so no coupon is issued. For any other prize, I'll report it and a colleague will assist.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七、常見問題與標準回答（2/3）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(2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8138160" cy="1024128"/>
          </a:xfrm>
          <a:prstGeom prst="roundRect">
            <a:avLst>
              <a:gd name="adj" fmla="val 5357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我還沒留聯絡資料，要怎麼補？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haven't submitted my contact details yet.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682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請再打開一次活動頁面，系統會自動提醒您填寫。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reopen the campaign page — the system will prompt you again automatically.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8138160" cy="1133856"/>
          </a:xfrm>
          <a:prstGeom prst="roundRect">
            <a:avLst>
              <a:gd name="adj" fmla="val 4839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30428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為什麼我一直抽到餐飲 85 折？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Why do I keep getting the 15% dining discount?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798064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本活動每次抽獎都一定會中獎，餐飲 85 折是保底獎項，其他獎品則有名額限制，發完為止。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Every spin wins something. The 15% dining discount is the guaranteed baseline; other prizes are limited and awarded while stocks last.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456432"/>
            <a:ext cx="8138160" cy="1207008"/>
          </a:xfrm>
          <a:prstGeom prst="roundRect">
            <a:avLst>
              <a:gd name="adj" fmla="val 454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52958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獎項一覽上的獎品抽不到？我抽到的又沒列在上面？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can't win what's listed — and what I won isn't on the list?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02336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獎項一覽列的是本活動的獎品種類，部分獎品已經送完；餐飲 85 折是保底獎項，不在清單上但一定拿得到。實際以抽獎結果為準。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 list shows the prize types in this campaign; some are already fully claimed. The 15% dining discount is the guaranteed baseline and is not listed. The draw result is what counts.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七、常見問題與標準回答（3/3）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(3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可以指定要抽哪個獎嗎？中獎率多少？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I choose my prize? What are the odds?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抽獎結果由系統隨機產生，無法指定。詳細規則請參考活動頁面的「活動規則」。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Results are generated randomly and cannot be selected. Full terms are available under "Campaign Rules" on the activity page.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獎品可以折換現金或轉讓嗎？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the prize be exchanged for cash or transferred?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依活動規則，獎項不得折換現金、找零或轉讓。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Under the campaign terms, prizes cannot be exchanged for cash, given as change, or transferred.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客人追問中獎率時，請勿透露任何數字 —— 一律回「由系統隨機產生」。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pressed on the odds, never share numbers — always answer that results are randomly generated.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八、不可以對客人說的事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 to Guests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25296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各獎項的中獎機率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Prize win probabilities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40680" y="1225296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屬內部設定，公開會引發爭議與質疑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810512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84708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每個獎品還剩幾份／已發出幾份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Remaining or issued prize quantities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40680" y="1847088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同上，也可能被人為衝量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432304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468880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內部管理系統的存在或操作方式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existence or use of internal admin systems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40680" y="2468880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非對外資訊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054096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090672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其他中獎者的姓名／電話／中獎內容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Other winners' names, numbers or prizes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40680" y="3090672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個人資料，涉及法律責任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675888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712464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對兌換方式或日期做個人承諾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Personal promises about redemption terms or dates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40680" y="3712464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一切以活動頁公告與券面規則為準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370832"/>
            <a:ext cx="8138160" cy="530352"/>
          </a:xfrm>
          <a:prstGeom prst="roundRect">
            <a:avLst>
              <a:gd name="adj" fmla="val 10345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416552"/>
            <a:ext cx="78455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🙋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遇到無法回答或客人情緒不佳時，請轉給主管處理，不要自行承諾。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you cannot answer, or the guest is upset, escalate to your supervisor — do not make commitments yourself.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九、什麼狀況要往上回報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to Escalate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8016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280160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客人說沒收到券，且在 LINE 對話中確實找不到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Guest reports a missing coupon and it is genuinely not in their LINE chat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189280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38528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193852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客人的兌換碼查不到，或狀態異常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redemption code cannot be found, or its status looks wrong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551176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96896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客人拿臺北洲際的兌換碼到高雄要求核銷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presents a Taipei redemption code at a Kaohsiung counter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209544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55264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255264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客人對中獎結果或活動規則提出申訴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disputes the result or the campaign rules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867912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91363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913632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同一位客人短時間內出現大量中獎紀錄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 guest shows an unusually high number of wins in a short period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一頁速查卡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Quick Reference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69264"/>
            <a:ext cx="457200" cy="36576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3EADA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5214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有優惠券　</a:t>
            </a:r>
            <a:pPr indent="0" marL="0"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券自動進客人 LINE
出示兌換碼 → 櫃檯核銷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in LINE → redeem at counter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1772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7EDF3"/>
          </a:solidFill>
          <a:ln/>
        </p:spPr>
      </p:sp>
      <p:sp>
        <p:nvSpPr>
          <p:cNvPr id="9" name="Text 7"/>
          <p:cNvSpPr/>
          <p:nvPr/>
        </p:nvSpPr>
        <p:spPr>
          <a:xfrm>
            <a:off x="481888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2122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只有兌換碼　</a:t>
            </a:r>
            <a:pPr indent="0" marL="0"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Only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臺北或住宿 → 不核銷，等聯繫
其餘高雄的獎 → 受理，回報主管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Taipei / room stay → no. Others → accept &amp; report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8F3E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5214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每抽必中　</a:t>
            </a:r>
            <a:pPr indent="0" marL="0">
              <a:buNone/>
            </a:pPr>
            <a:r>
              <a:rPr lang="en-US" sz="90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Every Spin Wins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6809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每次扣幣但一定中獎，最少 85 折
85 折不在清單上；清單含已送完的獎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Every spin wins — min. 15% discount (unlisted); list includes sold-out items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BEDED"/>
          </a:solidFill>
          <a:ln/>
        </p:spPr>
      </p:sp>
      <p:sp>
        <p:nvSpPr>
          <p:cNvPr id="17" name="Text 15"/>
          <p:cNvSpPr/>
          <p:nvPr/>
        </p:nvSpPr>
        <p:spPr>
          <a:xfrm>
            <a:off x="481888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2122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絕不能說　</a:t>
            </a:r>
            <a:pPr indent="0" marL="0">
              <a:buNone/>
            </a:pPr>
            <a:r>
              <a:rPr lang="en-US" sz="9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Never Disclose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3717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中獎機率 · 剩餘數量 · 其他客人資料
不確定就轉主管，不要自行承諾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Odds · stock · other guests' data — escalate if unsure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2170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InterContinental Kaohsiung × Taipei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洲遊幣 Lite 員工手冊（雙語）</dc:title>
  <dc:subject>InterCoins Lite Staff Guide (Bilingual)</dc:subject>
  <dc:creator>Tony Chen</dc:creator>
  <cp:lastModifiedBy>Tony Chen</cp:lastModifiedBy>
  <cp:revision>1</cp:revision>
  <dcterms:created xsi:type="dcterms:W3CDTF">2026-09-04T04:38:37Z</dcterms:created>
  <dcterms:modified xsi:type="dcterms:W3CDTF">2026-09-04T04:38:37Z</dcterms:modified>
</cp:coreProperties>
</file>
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65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306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kern="0" spc="2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什麼狀況要往上回報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章是本次最容易搞錯的部分（領獎方式看獎品、不看飯店），請務必看完。
</a:t>
            </a: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 4 is the most commonly misunderstood part — please read it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▸ 追蹤 臺北洲際 Instagram / Facebook
▸ 追蹤 高雄洲際「食遇」Instagram / Facebook
▸ 分享活動給好友
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轉盤上同時有兩家飯店的獎品，客人抽到哪一家的獎是隨機的。
</a:t>
            </a: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The wheel contains prizes from both hotels; which hotel a guest wins from is random.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是專人聯繫的獎項，不核銷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means it is a follow-up prize — do not redeem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臺北的獎、或高雄的住宿大獎 → 一律不核銷。
</a:t>
            </a: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Kaohsiung room stays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部分獎項（臺北的全部獎項，以及高雄的兩項住宿大獎）由飯店同仁直接與您聯繫安排，所以不會發送優惠券。只要您已留下聯絡資料，我們會盡快與您聯繫。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Some prizes — all Taipei prizes and two Kaohsiung room stays — are arranged directly by our colleagues, so no coupon is issued. We'll be in touch shortly.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為什麼我抽到「銘謝惠顧」？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did I get "no prize this time"?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該等級的獎品目前已全部送出。您的洲遊幣沒有被扣除，可以改抽其他等級。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at that tier have been given out. Your InterCoins were not deducted — you're welcome to try another tier.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E8F3EC"/>
          </a:solidFill>
          <a:ln w="9525">
            <a:solidFill>
              <a:srgbClr val="1F6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  </a:t>
            </a:r>
            <a:r>
              <a:rPr lang="en-US" sz="11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「洲遊幣沒有被扣除」這句一定要講 —— 客人最在意的是有沒有白花。
</a:t>
            </a:r>
            <a:r>
              <a:rPr lang="en-US" sz="9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Always mention that no coins were deducted — that is the guest's main concern.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沒有券　</a:t>
            </a: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臺北全部＋高雄兩項住宿大獎
該館同仁主動聯繫，不核銷
</a:t>
            </a: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+ 2 KH room prizes — never redeem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
其他客人的資料
</a:t>
            </a: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不確定就轉單　</a:t>
            </a: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Unsure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不要自行承諾兌換方式或日期
一切以活動頁公告為準
</a:t>
            </a: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Escalate — never promise terms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1702</Words>
  <Application>Microsoft Office PowerPoint</Application>
  <PresentationFormat>如螢幕大小 (16:9)</PresentationFormat>
  <Paragraphs>214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Chen, Tony</cp:lastModifiedBy>
  <cp:revision>1</cp:revision>
  <dcterms:created xsi:type="dcterms:W3CDTF">2026-09-01T06:21:20Z</dcterms:created>
  <dcterms:modified xsi:type="dcterms:W3CDTF">2026-09-01T09:41:14Z</dcterms:modified>
</cp:coreProperties>
</file>